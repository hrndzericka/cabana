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UNDÉCIMO 11°-3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 seguridad en la nube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Amenazas, riesgos, gobierno de datos, proveedores y respuesta a incidentes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3: Evaluar la oferta de proveedores con respecto a la respuesta de incidencias por medio de las operaciones relacionadas con la seguridad en la nube.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broker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intermediario entre clientes y proveedores.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y riesgos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 y cómo reducirlo.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seguro e identidad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seguras y modelos de identidad.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riesgos, gobernanza, leyes y privacidad.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SECaaS y proveedores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Seleccionar, evaluar y administrar proveedores.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incidentes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fases para actuar ante un ataque.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broker, amenazas, riesgos, desarrollo seguro e identidad.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broker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empresa o plataforma que actúa como intermediario entre el cliente y uno o varios proveedores de nube: ayuda a elegir, contratar, integrar, administrar y asegurar servicios.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valor a un servicio (seguridad, reportes, identidades).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servicios de varios proveedores en uno.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Arbitraje: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dinámicamente el proveedor más conveniente.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 Security Broker: herramienta entre usuarios y apps de nube que da visibilidad, controla accesos, evita fugas y detecta amenazas. Ej.: Microsoft Defender for Cloud Apps, Netskope.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Amenaza, vulnerabilidad y riesgo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causar daño: atacante, malware, error humano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1098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4521098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que puede aprovecharse: clave débil, sin parche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7797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10677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310677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atacante (amenaza) aprovecha una base de datos pública por error (vulnerabilidad); el riesgo es alto porque es fácil y expone datos de miles de personas.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amenazas en la nube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errónea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o bases de datos públicos por error: la causa más común de fugas.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cuentas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contraseñas débiles o llaves publicadas en GitHub.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inseguras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autenticación o con errores que exponen datos.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interna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o ex empleados que abusan de sus accesos.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y ransomware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Cifran o roban la información guardada.</a:t>
            </a:r>
            <a:endParaRPr lang="en-US" sz="18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y abuso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del servicio; criptominería con cuentas robadas.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reducción de riesgos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 y visibilidad.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o cierre del proveedor.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legal por ubicación de datos.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 sin respaldo.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del servicio.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reputacional y multas.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Tratar: evitar, mitigar, transferir o aceptar.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y mínimo privilegio.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y tránsito.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automática de configuraciones (CSPM).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3-2-1 y monitoreo continuo.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SLA claros.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aplicaciones en forma segura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seguro / DevSecOps: la seguridad se integra desde el diseño, no al final.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882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0088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diseño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amenazas; definir datos sensibles.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13243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65485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65485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950403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996123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 validar entradas, evitar inyección SQL y XSS.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77846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3008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215006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260726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DAST, escaneo de dependencias y contenedores.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42449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94691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94691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479609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525329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gestores seguros; infraestructura como código revisada.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607052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59294" y="18288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25929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744212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789932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parches y registros.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identidad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es el usuario y qué puede hacer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IAM, Microsoft Entra 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 centralizado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las cuentas en un único directorio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federada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confía en la identidad emitida por otro (SAML, OAuth, OpenID)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"Iniciar sesión con Google"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inicio de sesión para varias aplicaciones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365: Teams, Outlook, OneDrive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identidades contratada en la nube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Okta, Auth0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según el rol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Docente, estudiante, administrador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siempre identidad, dispositivo y contexto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condicional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riesgos, gobernanza de datos, leyes y privacidad.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riesgos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882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0088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activos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aplicaciones, cuentas y servidores.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813243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485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65485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950403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y vulnerabilidades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996123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pasar y por dónde?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77846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3008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215006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60726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impacto: bajo, medio o alto.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342449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94691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94691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479609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25329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Evitar, mitigar, transferir o aceptar.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607052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59294" y="18288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25929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9744212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789932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periódicamente y actualizar.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80760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Marcos: ISO/IEC 27005 · NIST SP 800-30 · CSA Cloud Controls Matrix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 datos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roles y procesos que definen cómo se gestionan los datos de la organización.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sobre el uso del dato y quién accede.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233008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6160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47408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administra técnicamente; a veces es el proveedor.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48640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6003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Público, interno, confidencial o restringido.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233008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61608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460034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47408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auditoría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61608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Trazabilidad, retención y eliminación controladas.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Implicaciones legales y privacidad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Implicaciones legales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Soberanía: rigen las leyes del país donde están los datos.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Rica: Ley 8968 (PRODHAB) y Ley 9048.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Internacional: RGPD (UE), CLOUD Act (EE. UU.).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SLA: responsabilidades y notificación.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E-discovery y propiedad intelectual.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informado.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Minimización: solo los datos necesarios.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ARCO: Acceso, Rectificación, Cancelación, Oposición.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Anonimización y seudonimización.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desde el diseño; ISO/IEC 27018.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como servicio y gestión de proveedores.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como servicio (SECaaS)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seguridad contratados en la nube a un proveedor especializado, en lugar de instalarlos localmente.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Defender, CrowdStrike.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web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Filtrado: Proofpoint, Cisco Umbrella.</a:t>
            </a:r>
            <a:endParaRPr lang="en-US" sz="195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WAF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AWS WAF.</a:t>
            </a:r>
            <a:endParaRPr lang="en-US" sz="1950" dirty="0"/>
          </a:p>
        </p:txBody>
      </p:sp>
      <p:sp>
        <p:nvSpPr>
          <p:cNvPr id="21" name="Shape 15"/>
          <p:cNvSpPr/>
          <p:nvPr/>
        </p:nvSpPr>
        <p:spPr>
          <a:xfrm>
            <a:off x="548640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60034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IDaaS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Okta, Microsoft Entra ID.</a:t>
            </a:r>
            <a:endParaRPr lang="en-US" sz="1950" dirty="0"/>
          </a:p>
        </p:txBody>
      </p:sp>
      <p:sp>
        <p:nvSpPr>
          <p:cNvPr id="26" name="Shape 19"/>
          <p:cNvSpPr/>
          <p:nvPr/>
        </p:nvSpPr>
        <p:spPr>
          <a:xfrm>
            <a:off x="4338218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66818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600346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52618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SOC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4566818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Sentinel, Splunk; SOC externo 24/7.</a:t>
            </a:r>
            <a:endParaRPr lang="en-US" sz="1950" dirty="0"/>
          </a:p>
        </p:txBody>
      </p:sp>
      <p:sp>
        <p:nvSpPr>
          <p:cNvPr id="31" name="Shape 23"/>
          <p:cNvSpPr/>
          <p:nvPr/>
        </p:nvSpPr>
        <p:spPr>
          <a:xfrm>
            <a:off x="8127797" y="4229100"/>
            <a:ext cx="351525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56397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600346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042197" y="445770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700" dirty="0"/>
          </a:p>
        </p:txBody>
      </p:sp>
      <p:sp>
        <p:nvSpPr>
          <p:cNvPr id="35" name="Text 26"/>
          <p:cNvSpPr txBox="1"/>
          <p:nvPr/>
        </p:nvSpPr>
        <p:spPr>
          <a:xfrm>
            <a:off x="8356397" y="5143500"/>
            <a:ext cx="30580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Veeam, Acronis Cloud.</a:t>
            </a:r>
            <a:endParaRPr lang="en-US" sz="1950" dirty="0"/>
          </a:p>
        </p:txBody>
      </p:sp>
      <p:sp>
        <p:nvSpPr>
          <p:cNvPr id="36" name="Text 27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Proveedores: selección, evaluación y administración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proveedores: AWS, Microsoft Azure, Google Cloud, Oracle Cloud, IBM Cloud y proveedores regionales.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y presupuesto · certificaciones ISO 27001/27017/27018, SOC 2 · ubicación de datos · SLA de incidentes · soporte en español · salida del contrato.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Cuestionarios CSA CAIQ / STAR · auditorías de terceros · historial de incidentes · prueba piloto · matriz con criterios y pesos.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SLA · auditorías periódicas · control de costos · gestión de cambios · plan de salida para recuperar los datos.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para evaluar proveedores (ejemplo)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873752"/>
                <a:gridCol w="164592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Certificaciones de seguridad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respuesta a incidentes (SLA)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 y cumplimiento legal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y portabilidad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ponderado (máx. 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1 a 5 × peso. B gana por su mejor respuesta a incidentes y cumplimiento legal.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 incidentes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actuar cuando algo sale mal.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respuesta a incidentes (NIST SP 800-61)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equipo CSIRT, herramientas, contactos del proveedor, simulacros.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38218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6818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6681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35498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análisis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35498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y clasificar. Ej.: 50 servidores creados a las 3 a. m.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27797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56397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56397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225077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25077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daño: desactivar llaves robadas, aislar la VM.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1605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Erradicación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 causa: malware, cuentas falsas, vulnerabilidad.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38218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66818" y="41605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6818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435498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5435498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desde respaldo limpio y vigilar.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127797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56397" y="416052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56397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225077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225077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y mejoras: MFA obligatorio, capacitación.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Incidentes en la nube: cliente y proveedor juntos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de seguridad compromete la confidencialidad, integridad o disponibilidad de la información. En la nube, cliente y proveedor responden en conjunto.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decir cómo y en cuánto tiempo el proveedor notifica un incidente.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registros entrega el proveedor y por cuánto tiempo los guarda.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contiene, quién comunica, quién restaura.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al CSIRT-CR (MICITT); la Ley 8968 obliga a avisar a los afectados.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sube a GitHub la llave de la cuenta de nube del colegio. Horas después la factura se dispara por criptominería. ¿Qué harías en cada fase?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cloud broker y qué es un CASB?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4528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amenaza, vulnerabilidad y riesgo.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identidad federada? Dé un ejemplo.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ley protege los datos personales en Costa Rica?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criterios usaría para evaluar un proveedor?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5888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 las 6 fases de respuesta a incidentes.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5029200" cy="5029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= probabilidad × impacto; se evita, mitiga, transfiere o acepta.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es el nuevo perímetro: IAM, MFA, SSO y Zero Trust.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leyes: saber dónde están los datos y quién responde.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proveedores con criterios y pesos, en especial la respuesta a incidentes.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Preparación, detección, contención, erradicación, recuperación y lecciones.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RA3 Operaciones de seguridad en la nube</dc:title>
  <dc:subject>PptxGenJS Presentation</dc:subject>
  <dc:creator>Ciberseguridad 11°-3</dc:creator>
  <cp:lastModifiedBy>Ciberseguridad 11°-3</cp:lastModifiedBy>
  <cp:revision>1</cp:revision>
  <dcterms:created xsi:type="dcterms:W3CDTF">2026-09-29T14:09:47Z</dcterms:created>
  <dcterms:modified xsi:type="dcterms:W3CDTF">2026-09-29T14:09:47Z</dcterms:modified>
</cp:coreProperties>
</file>